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58CD3D-4AA4-46A0-B400-DB17ADE1DF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44FB8D-A99F-42CB-82BD-940BB800A9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8FE34AE-028B-42FA-95E4-84D4BEDD71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7B7308F-E6F7-411A-8A50-083AA99579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1E72054-7A50-47E3-984F-741C90677E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12520" y="2139480"/>
            <a:ext cx="713916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8309160" y="2139480"/>
            <a:ext cx="713916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0E72AE9-9D18-4948-996E-893E194B1E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9EC372B-0331-4A29-A38B-0A06C4EC8C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7A85D08-9B78-4C10-960D-7E14BC1DF1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F157AE1-9A17-492A-817E-33DA81D802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A3FDE91-1CF3-4013-9982-47B4D6E268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3AA77D17-BEF2-4040-902A-E6CE2474E7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D724E9-7D1F-490B-ADC5-1507BF5BE38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21D922-A29C-4A8F-9C52-DEDE704DD3D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B4A0B2-E04E-40B2-8524-A01560705DD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E2F00B-B139-422D-9AD6-A712B1BCD0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7DFA92-4A10-4B6A-8BD0-4A1FA08580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A72B19-50D7-439B-8403-8621379DA6E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EA8A4A-027C-49F2-B4F4-FDAB3ECFFB1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D40763-ADF3-4B0C-B5A6-C3B2C58C8B2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C40A62-679A-4937-8819-C437BE3226B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Fai clic per modificare il formato del testo del titolo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Fai clic per modificare il formato del testo della struttura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Secondo livello struttura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Terzo livello struttura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Quarto livello struttura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Quinto livello struttura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Sesto livello struttura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Settimo livello struttura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7E108F-F957-4B33-B53E-38D64B9B7F2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Fai clic per modificare il formato del testo della struttura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Secondo livello struttura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Terzo livello struttura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Quarto livello struttura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Quinto livello struttura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Sesto livello struttura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Settimo livello struttura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5BBA93-BF02-418A-B888-7F45835F718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 descr="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it-IT</dc:language>
  <cp:lastModifiedBy/>
  <dcterms:modified xsi:type="dcterms:W3CDTF">2011-08-01T06:04:30Z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